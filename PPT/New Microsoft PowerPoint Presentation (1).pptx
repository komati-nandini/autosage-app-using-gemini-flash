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4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D36536-364C-4FD2-BB59-326970CC1978}" v="40" dt="2026-02-05T16:23:31.9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91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animullagiri@gmail.com" userId="41b36a3e67375dbf" providerId="LiveId" clId="{BCB393CB-4E97-4B7A-B01D-B5C89B98109A}"/>
    <pc:docChg chg="undo custSel addSld modSld sldOrd">
      <pc:chgData name="bhavanimullagiri@gmail.com" userId="41b36a3e67375dbf" providerId="LiveId" clId="{BCB393CB-4E97-4B7A-B01D-B5C89B98109A}" dt="2026-02-05T16:24:04.882" v="661" actId="20577"/>
      <pc:docMkLst>
        <pc:docMk/>
      </pc:docMkLst>
      <pc:sldChg chg="addSp modSp new mod">
        <pc:chgData name="bhavanimullagiri@gmail.com" userId="41b36a3e67375dbf" providerId="LiveId" clId="{BCB393CB-4E97-4B7A-B01D-B5C89B98109A}" dt="2026-02-05T16:24:04.882" v="661" actId="20577"/>
        <pc:sldMkLst>
          <pc:docMk/>
          <pc:sldMk cId="954989663" sldId="256"/>
        </pc:sldMkLst>
        <pc:spChg chg="mod">
          <ac:chgData name="bhavanimullagiri@gmail.com" userId="41b36a3e67375dbf" providerId="LiveId" clId="{BCB393CB-4E97-4B7A-B01D-B5C89B98109A}" dt="2026-02-05T15:32:05.740" v="321" actId="14100"/>
          <ac:spMkLst>
            <pc:docMk/>
            <pc:sldMk cId="954989663" sldId="256"/>
            <ac:spMk id="2" creationId="{4A0AE0B9-ADFD-1483-59A4-9106BA10C655}"/>
          </ac:spMkLst>
        </pc:spChg>
        <pc:spChg chg="mod">
          <ac:chgData name="bhavanimullagiri@gmail.com" userId="41b36a3e67375dbf" providerId="LiveId" clId="{BCB393CB-4E97-4B7A-B01D-B5C89B98109A}" dt="2026-02-05T16:24:04.882" v="661" actId="20577"/>
          <ac:spMkLst>
            <pc:docMk/>
            <pc:sldMk cId="954989663" sldId="256"/>
            <ac:spMk id="3" creationId="{EB8BE956-8F3C-CBE7-77E3-0A519BBDB07D}"/>
          </ac:spMkLst>
        </pc:spChg>
        <pc:picChg chg="add mod modCrop">
          <ac:chgData name="bhavanimullagiri@gmail.com" userId="41b36a3e67375dbf" providerId="LiveId" clId="{BCB393CB-4E97-4B7A-B01D-B5C89B98109A}" dt="2026-02-05T16:03:10.367" v="562" actId="14100"/>
          <ac:picMkLst>
            <pc:docMk/>
            <pc:sldMk cId="954989663" sldId="256"/>
            <ac:picMk id="4" creationId="{ADA64DD9-6256-CB72-9C53-AA71FA340FC0}"/>
          </ac:picMkLst>
        </pc:picChg>
      </pc:sldChg>
      <pc:sldChg chg="addSp delSp modSp new mod modClrScheme chgLayout">
        <pc:chgData name="bhavanimullagiri@gmail.com" userId="41b36a3e67375dbf" providerId="LiveId" clId="{BCB393CB-4E97-4B7A-B01D-B5C89B98109A}" dt="2026-02-05T16:07:16.513" v="583" actId="5793"/>
        <pc:sldMkLst>
          <pc:docMk/>
          <pc:sldMk cId="3458037899" sldId="257"/>
        </pc:sldMkLst>
        <pc:spChg chg="del">
          <ac:chgData name="bhavanimullagiri@gmail.com" userId="41b36a3e67375dbf" providerId="LiveId" clId="{BCB393CB-4E97-4B7A-B01D-B5C89B98109A}" dt="2026-02-05T15:35:43.918" v="338" actId="6264"/>
          <ac:spMkLst>
            <pc:docMk/>
            <pc:sldMk cId="3458037899" sldId="257"/>
            <ac:spMk id="2" creationId="{68E2F826-FFF3-7C1D-78C5-A61C119C83C9}"/>
          </ac:spMkLst>
        </pc:spChg>
        <pc:spChg chg="del">
          <ac:chgData name="bhavanimullagiri@gmail.com" userId="41b36a3e67375dbf" providerId="LiveId" clId="{BCB393CB-4E97-4B7A-B01D-B5C89B98109A}" dt="2026-02-05T15:35:43.918" v="338" actId="6264"/>
          <ac:spMkLst>
            <pc:docMk/>
            <pc:sldMk cId="3458037899" sldId="257"/>
            <ac:spMk id="3" creationId="{190BA906-8819-17EE-FE33-C6632E80F42C}"/>
          </ac:spMkLst>
        </pc:spChg>
        <pc:spChg chg="add del mod ord">
          <ac:chgData name="bhavanimullagiri@gmail.com" userId="41b36a3e67375dbf" providerId="LiveId" clId="{BCB393CB-4E97-4B7A-B01D-B5C89B98109A}" dt="2026-02-05T15:43:07.124" v="378" actId="700"/>
          <ac:spMkLst>
            <pc:docMk/>
            <pc:sldMk cId="3458037899" sldId="257"/>
            <ac:spMk id="4" creationId="{FB46544A-F4B6-1A83-EAA1-DAB4EDC40319}"/>
          </ac:spMkLst>
        </pc:spChg>
        <pc:spChg chg="add del mod ord">
          <ac:chgData name="bhavanimullagiri@gmail.com" userId="41b36a3e67375dbf" providerId="LiveId" clId="{BCB393CB-4E97-4B7A-B01D-B5C89B98109A}" dt="2026-02-05T15:43:07.124" v="378" actId="700"/>
          <ac:spMkLst>
            <pc:docMk/>
            <pc:sldMk cId="3458037899" sldId="257"/>
            <ac:spMk id="5" creationId="{C1E15371-2B17-39BC-8E4A-410550B82E4A}"/>
          </ac:spMkLst>
        </pc:spChg>
        <pc:spChg chg="add mod ord">
          <ac:chgData name="bhavanimullagiri@gmail.com" userId="41b36a3e67375dbf" providerId="LiveId" clId="{BCB393CB-4E97-4B7A-B01D-B5C89B98109A}" dt="2026-02-05T15:45:29.440" v="396" actId="1076"/>
          <ac:spMkLst>
            <pc:docMk/>
            <pc:sldMk cId="3458037899" sldId="257"/>
            <ac:spMk id="6" creationId="{9F7C503C-71A4-DFA2-8301-143FE4666AFA}"/>
          </ac:spMkLst>
        </pc:spChg>
        <pc:spChg chg="add mod ord">
          <ac:chgData name="bhavanimullagiri@gmail.com" userId="41b36a3e67375dbf" providerId="LiveId" clId="{BCB393CB-4E97-4B7A-B01D-B5C89B98109A}" dt="2026-02-05T16:07:16.513" v="583" actId="5793"/>
          <ac:spMkLst>
            <pc:docMk/>
            <pc:sldMk cId="3458037899" sldId="257"/>
            <ac:spMk id="7" creationId="{73CB253C-7048-9C6A-9AC0-095E415CBF33}"/>
          </ac:spMkLst>
        </pc:spChg>
        <pc:picChg chg="add mod">
          <ac:chgData name="bhavanimullagiri@gmail.com" userId="41b36a3e67375dbf" providerId="LiveId" clId="{BCB393CB-4E97-4B7A-B01D-B5C89B98109A}" dt="2026-02-05T16:05:57.124" v="568" actId="14100"/>
          <ac:picMkLst>
            <pc:docMk/>
            <pc:sldMk cId="3458037899" sldId="257"/>
            <ac:picMk id="8" creationId="{9ED8D71B-265F-800C-3F21-26640271F735}"/>
          </ac:picMkLst>
        </pc:picChg>
      </pc:sldChg>
      <pc:sldChg chg="addSp modSp new mod ord setBg chgLayout">
        <pc:chgData name="bhavanimullagiri@gmail.com" userId="41b36a3e67375dbf" providerId="LiveId" clId="{BCB393CB-4E97-4B7A-B01D-B5C89B98109A}" dt="2026-02-05T15:42:46.499" v="377" actId="20577"/>
        <pc:sldMkLst>
          <pc:docMk/>
          <pc:sldMk cId="3815503560" sldId="258"/>
        </pc:sldMkLst>
        <pc:spChg chg="add mod">
          <ac:chgData name="bhavanimullagiri@gmail.com" userId="41b36a3e67375dbf" providerId="LiveId" clId="{BCB393CB-4E97-4B7A-B01D-B5C89B98109A}" dt="2026-02-05T15:40:16.459" v="362" actId="14100"/>
          <ac:spMkLst>
            <pc:docMk/>
            <pc:sldMk cId="3815503560" sldId="258"/>
            <ac:spMk id="2" creationId="{401D754C-AF3B-99B2-6229-CE39413CB2F9}"/>
          </ac:spMkLst>
        </pc:spChg>
        <pc:spChg chg="add mod">
          <ac:chgData name="bhavanimullagiri@gmail.com" userId="41b36a3e67375dbf" providerId="LiveId" clId="{BCB393CB-4E97-4B7A-B01D-B5C89B98109A}" dt="2026-02-05T15:42:46.499" v="377" actId="20577"/>
          <ac:spMkLst>
            <pc:docMk/>
            <pc:sldMk cId="3815503560" sldId="258"/>
            <ac:spMk id="3" creationId="{042ED5F0-FD1A-52C4-265B-8F71142FAF3B}"/>
          </ac:spMkLst>
        </pc:spChg>
      </pc:sldChg>
      <pc:sldChg chg="modSp new mod">
        <pc:chgData name="bhavanimullagiri@gmail.com" userId="41b36a3e67375dbf" providerId="LiveId" clId="{BCB393CB-4E97-4B7A-B01D-B5C89B98109A}" dt="2026-02-05T15:49:11.200" v="415" actId="14100"/>
        <pc:sldMkLst>
          <pc:docMk/>
          <pc:sldMk cId="65894073" sldId="259"/>
        </pc:sldMkLst>
        <pc:spChg chg="mod">
          <ac:chgData name="bhavanimullagiri@gmail.com" userId="41b36a3e67375dbf" providerId="LiveId" clId="{BCB393CB-4E97-4B7A-B01D-B5C89B98109A}" dt="2026-02-05T15:48:15.371" v="410" actId="120"/>
          <ac:spMkLst>
            <pc:docMk/>
            <pc:sldMk cId="65894073" sldId="259"/>
            <ac:spMk id="2" creationId="{DC8398BB-9D66-EE2E-F62E-FBE18F7B5977}"/>
          </ac:spMkLst>
        </pc:spChg>
        <pc:spChg chg="mod">
          <ac:chgData name="bhavanimullagiri@gmail.com" userId="41b36a3e67375dbf" providerId="LiveId" clId="{BCB393CB-4E97-4B7A-B01D-B5C89B98109A}" dt="2026-02-05T15:49:11.200" v="415" actId="14100"/>
          <ac:spMkLst>
            <pc:docMk/>
            <pc:sldMk cId="65894073" sldId="259"/>
            <ac:spMk id="3" creationId="{620F49BF-6FB7-2FD9-616B-805386E94434}"/>
          </ac:spMkLst>
        </pc:spChg>
      </pc:sldChg>
      <pc:sldChg chg="addSp modSp new mod">
        <pc:chgData name="bhavanimullagiri@gmail.com" userId="41b36a3e67375dbf" providerId="LiveId" clId="{BCB393CB-4E97-4B7A-B01D-B5C89B98109A}" dt="2026-02-05T16:10:35.632" v="589" actId="14100"/>
        <pc:sldMkLst>
          <pc:docMk/>
          <pc:sldMk cId="1888594973" sldId="260"/>
        </pc:sldMkLst>
        <pc:spChg chg="mod">
          <ac:chgData name="bhavanimullagiri@gmail.com" userId="41b36a3e67375dbf" providerId="LiveId" clId="{BCB393CB-4E97-4B7A-B01D-B5C89B98109A}" dt="2026-02-05T15:50:47.604" v="420" actId="14100"/>
          <ac:spMkLst>
            <pc:docMk/>
            <pc:sldMk cId="1888594973" sldId="260"/>
            <ac:spMk id="2" creationId="{77D6A7D8-DD9F-CB31-D509-62F343D24CAC}"/>
          </ac:spMkLst>
        </pc:spChg>
        <pc:spChg chg="mod">
          <ac:chgData name="bhavanimullagiri@gmail.com" userId="41b36a3e67375dbf" providerId="LiveId" clId="{BCB393CB-4E97-4B7A-B01D-B5C89B98109A}" dt="2026-02-05T15:54:23.788" v="443" actId="20577"/>
          <ac:spMkLst>
            <pc:docMk/>
            <pc:sldMk cId="1888594973" sldId="260"/>
            <ac:spMk id="3" creationId="{624E12C6-27B7-6926-6E12-289ADB86A7AD}"/>
          </ac:spMkLst>
        </pc:spChg>
        <pc:picChg chg="add mod">
          <ac:chgData name="bhavanimullagiri@gmail.com" userId="41b36a3e67375dbf" providerId="LiveId" clId="{BCB393CB-4E97-4B7A-B01D-B5C89B98109A}" dt="2026-02-05T16:10:35.632" v="589" actId="14100"/>
          <ac:picMkLst>
            <pc:docMk/>
            <pc:sldMk cId="1888594973" sldId="260"/>
            <ac:picMk id="4" creationId="{00C2F9E9-72EC-9A91-3884-01A62B31E818}"/>
          </ac:picMkLst>
        </pc:picChg>
      </pc:sldChg>
      <pc:sldChg chg="modSp new mod">
        <pc:chgData name="bhavanimullagiri@gmail.com" userId="41b36a3e67375dbf" providerId="LiveId" clId="{BCB393CB-4E97-4B7A-B01D-B5C89B98109A}" dt="2026-02-05T15:53:57.153" v="440" actId="20577"/>
        <pc:sldMkLst>
          <pc:docMk/>
          <pc:sldMk cId="3240236464" sldId="261"/>
        </pc:sldMkLst>
        <pc:spChg chg="mod">
          <ac:chgData name="bhavanimullagiri@gmail.com" userId="41b36a3e67375dbf" providerId="LiveId" clId="{BCB393CB-4E97-4B7A-B01D-B5C89B98109A}" dt="2026-02-05T15:52:46.666" v="434" actId="14100"/>
          <ac:spMkLst>
            <pc:docMk/>
            <pc:sldMk cId="3240236464" sldId="261"/>
            <ac:spMk id="2" creationId="{067BB070-9AB6-7CA8-2A97-9B434479FA03}"/>
          </ac:spMkLst>
        </pc:spChg>
        <pc:spChg chg="mod">
          <ac:chgData name="bhavanimullagiri@gmail.com" userId="41b36a3e67375dbf" providerId="LiveId" clId="{BCB393CB-4E97-4B7A-B01D-B5C89B98109A}" dt="2026-02-05T15:53:57.153" v="440" actId="20577"/>
          <ac:spMkLst>
            <pc:docMk/>
            <pc:sldMk cId="3240236464" sldId="261"/>
            <ac:spMk id="3" creationId="{DA929636-D180-80C3-9302-26CB168B9265}"/>
          </ac:spMkLst>
        </pc:spChg>
      </pc:sldChg>
      <pc:sldChg chg="modSp new mod">
        <pc:chgData name="bhavanimullagiri@gmail.com" userId="41b36a3e67375dbf" providerId="LiveId" clId="{BCB393CB-4E97-4B7A-B01D-B5C89B98109A}" dt="2026-02-05T15:56:19.229" v="454" actId="20577"/>
        <pc:sldMkLst>
          <pc:docMk/>
          <pc:sldMk cId="1264738783" sldId="262"/>
        </pc:sldMkLst>
        <pc:spChg chg="mod">
          <ac:chgData name="bhavanimullagiri@gmail.com" userId="41b36a3e67375dbf" providerId="LiveId" clId="{BCB393CB-4E97-4B7A-B01D-B5C89B98109A}" dt="2026-02-05T15:56:19.229" v="454" actId="20577"/>
          <ac:spMkLst>
            <pc:docMk/>
            <pc:sldMk cId="1264738783" sldId="262"/>
            <ac:spMk id="2" creationId="{E6882A71-67DA-B93A-391E-786D0923F0D0}"/>
          </ac:spMkLst>
        </pc:spChg>
        <pc:spChg chg="mod">
          <ac:chgData name="bhavanimullagiri@gmail.com" userId="41b36a3e67375dbf" providerId="LiveId" clId="{BCB393CB-4E97-4B7A-B01D-B5C89B98109A}" dt="2026-02-05T15:56:14.566" v="453" actId="20577"/>
          <ac:spMkLst>
            <pc:docMk/>
            <pc:sldMk cId="1264738783" sldId="262"/>
            <ac:spMk id="3" creationId="{AD800F5D-18A7-0706-70CB-AD491D8DACDE}"/>
          </ac:spMkLst>
        </pc:spChg>
      </pc:sldChg>
      <pc:sldChg chg="addSp delSp modSp new mod">
        <pc:chgData name="bhavanimullagiri@gmail.com" userId="41b36a3e67375dbf" providerId="LiveId" clId="{BCB393CB-4E97-4B7A-B01D-B5C89B98109A}" dt="2026-02-05T16:17:56.344" v="611" actId="14100"/>
        <pc:sldMkLst>
          <pc:docMk/>
          <pc:sldMk cId="1145388025" sldId="263"/>
        </pc:sldMkLst>
        <pc:spChg chg="mod">
          <ac:chgData name="bhavanimullagiri@gmail.com" userId="41b36a3e67375dbf" providerId="LiveId" clId="{BCB393CB-4E97-4B7A-B01D-B5C89B98109A}" dt="2026-02-05T15:57:25.783" v="460" actId="14100"/>
          <ac:spMkLst>
            <pc:docMk/>
            <pc:sldMk cId="1145388025" sldId="263"/>
            <ac:spMk id="2" creationId="{FD8D6BEE-59A5-3B73-ADDE-33A8CCEC0743}"/>
          </ac:spMkLst>
        </pc:spChg>
        <pc:spChg chg="mod">
          <ac:chgData name="bhavanimullagiri@gmail.com" userId="41b36a3e67375dbf" providerId="LiveId" clId="{BCB393CB-4E97-4B7A-B01D-B5C89B98109A}" dt="2026-02-05T15:58:27.648" v="526" actId="5793"/>
          <ac:spMkLst>
            <pc:docMk/>
            <pc:sldMk cId="1145388025" sldId="263"/>
            <ac:spMk id="3" creationId="{40930821-4645-FD9E-74CE-AE6A65261000}"/>
          </ac:spMkLst>
        </pc:spChg>
        <pc:picChg chg="add del mod">
          <ac:chgData name="bhavanimullagiri@gmail.com" userId="41b36a3e67375dbf" providerId="LiveId" clId="{BCB393CB-4E97-4B7A-B01D-B5C89B98109A}" dt="2026-02-05T16:17:04.033" v="601" actId="21"/>
          <ac:picMkLst>
            <pc:docMk/>
            <pc:sldMk cId="1145388025" sldId="263"/>
            <ac:picMk id="4" creationId="{53967C0E-A9A4-437C-7577-9B6EC5ACC088}"/>
          </ac:picMkLst>
        </pc:picChg>
        <pc:picChg chg="add del">
          <ac:chgData name="bhavanimullagiri@gmail.com" userId="41b36a3e67375dbf" providerId="LiveId" clId="{BCB393CB-4E97-4B7A-B01D-B5C89B98109A}" dt="2026-02-05T16:17:14.008" v="603" actId="21"/>
          <ac:picMkLst>
            <pc:docMk/>
            <pc:sldMk cId="1145388025" sldId="263"/>
            <ac:picMk id="5" creationId="{6603D5D8-6E9C-CB52-21E1-E19849DC2DB4}"/>
          </ac:picMkLst>
        </pc:picChg>
        <pc:picChg chg="add mod">
          <ac:chgData name="bhavanimullagiri@gmail.com" userId="41b36a3e67375dbf" providerId="LiveId" clId="{BCB393CB-4E97-4B7A-B01D-B5C89B98109A}" dt="2026-02-05T16:17:56.344" v="611" actId="14100"/>
          <ac:picMkLst>
            <pc:docMk/>
            <pc:sldMk cId="1145388025" sldId="263"/>
            <ac:picMk id="6" creationId="{AD22919F-0CCF-157E-F3A8-56B74A719634}"/>
          </ac:picMkLst>
        </pc:picChg>
      </pc:sldChg>
      <pc:sldChg chg="addSp delSp modSp new mod">
        <pc:chgData name="bhavanimullagiri@gmail.com" userId="41b36a3e67375dbf" providerId="LiveId" clId="{BCB393CB-4E97-4B7A-B01D-B5C89B98109A}" dt="2026-02-05T16:19:53.088" v="626" actId="1076"/>
        <pc:sldMkLst>
          <pc:docMk/>
          <pc:sldMk cId="4243705473" sldId="264"/>
        </pc:sldMkLst>
        <pc:spChg chg="mod">
          <ac:chgData name="bhavanimullagiri@gmail.com" userId="41b36a3e67375dbf" providerId="LiveId" clId="{BCB393CB-4E97-4B7A-B01D-B5C89B98109A}" dt="2026-02-05T16:00:54.740" v="552" actId="14100"/>
          <ac:spMkLst>
            <pc:docMk/>
            <pc:sldMk cId="4243705473" sldId="264"/>
            <ac:spMk id="2" creationId="{B7EBF62F-4B95-F001-DD67-AF23B4AE16A4}"/>
          </ac:spMkLst>
        </pc:spChg>
        <pc:spChg chg="mod">
          <ac:chgData name="bhavanimullagiri@gmail.com" userId="41b36a3e67375dbf" providerId="LiveId" clId="{BCB393CB-4E97-4B7A-B01D-B5C89B98109A}" dt="2026-02-05T16:19:10.380" v="620" actId="20577"/>
          <ac:spMkLst>
            <pc:docMk/>
            <pc:sldMk cId="4243705473" sldId="264"/>
            <ac:spMk id="3" creationId="{EE1BBC5E-0578-5B4A-8620-1EC8ED30D64F}"/>
          </ac:spMkLst>
        </pc:spChg>
        <pc:spChg chg="add del mod">
          <ac:chgData name="bhavanimullagiri@gmail.com" userId="41b36a3e67375dbf" providerId="LiveId" clId="{BCB393CB-4E97-4B7A-B01D-B5C89B98109A}" dt="2026-02-05T15:59:08.564" v="531" actId="21"/>
          <ac:spMkLst>
            <pc:docMk/>
            <pc:sldMk cId="4243705473" sldId="264"/>
            <ac:spMk id="5" creationId="{F6DD77C8-E8A5-FBE9-89F7-556E7BB4FC86}"/>
          </ac:spMkLst>
        </pc:spChg>
        <pc:picChg chg="add mod modCrop">
          <ac:chgData name="bhavanimullagiri@gmail.com" userId="41b36a3e67375dbf" providerId="LiveId" clId="{BCB393CB-4E97-4B7A-B01D-B5C89B98109A}" dt="2026-02-05T16:19:53.088" v="626" actId="1076"/>
          <ac:picMkLst>
            <pc:docMk/>
            <pc:sldMk cId="4243705473" sldId="264"/>
            <ac:picMk id="6" creationId="{637FEAF0-D865-7E6A-933C-69F1DE06481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B4AE1439-A02E-48AC-862D-9E99036AD4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2CC1F86-EDF9-4B9C-803D-F0D0A59C5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04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E1439-A02E-48AC-862D-9E99036AD4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C1F86-EDF9-4B9C-803D-F0D0A59C5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680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4AE1439-A02E-48AC-862D-9E99036AD4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2CC1F86-EDF9-4B9C-803D-F0D0A59C5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90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E1439-A02E-48AC-862D-9E99036AD4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C1F86-EDF9-4B9C-803D-F0D0A59C5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062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E1439-A02E-48AC-862D-9E99036AD4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C1F86-EDF9-4B9C-803D-F0D0A59C5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635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E1439-A02E-48AC-862D-9E99036AD4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C1F86-EDF9-4B9C-803D-F0D0A59C5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849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E1439-A02E-48AC-862D-9E99036AD4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C1F86-EDF9-4B9C-803D-F0D0A59C5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198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E1439-A02E-48AC-862D-9E99036AD4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C1F86-EDF9-4B9C-803D-F0D0A59C5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440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E1439-A02E-48AC-862D-9E99036AD4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C1F86-EDF9-4B9C-803D-F0D0A59C5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164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E1439-A02E-48AC-862D-9E99036AD4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C1F86-EDF9-4B9C-803D-F0D0A59C5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370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4AE1439-A02E-48AC-862D-9E99036AD4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2CC1F86-EDF9-4B9C-803D-F0D0A59C5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734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4AE1439-A02E-48AC-862D-9E99036AD4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2CC1F86-EDF9-4B9C-803D-F0D0A59C583E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4216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4AE1439-A02E-48AC-862D-9E99036AD4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2CC1F86-EDF9-4B9C-803D-F0D0A59C5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0648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E1439-A02E-48AC-862D-9E99036AD4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C1F86-EDF9-4B9C-803D-F0D0A59C5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945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E1439-A02E-48AC-862D-9E99036AD4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C1F86-EDF9-4B9C-803D-F0D0A59C5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81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E1439-A02E-48AC-862D-9E99036AD4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C1F86-EDF9-4B9C-803D-F0D0A59C5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3317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4AE1439-A02E-48AC-862D-9E99036AD4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2CC1F86-EDF9-4B9C-803D-F0D0A59C5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377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E1439-A02E-48AC-862D-9E99036AD43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CC1F86-EDF9-4B9C-803D-F0D0A59C5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7563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AE0B9-ADFD-1483-59A4-9106BA10C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91387"/>
            <a:ext cx="9144001" cy="2509284"/>
          </a:xfrm>
        </p:spPr>
        <p:txBody>
          <a:bodyPr/>
          <a:lstStyle/>
          <a:p>
            <a:r>
              <a:rPr lang="en-IN" dirty="0" err="1"/>
              <a:t>AutoSage</a:t>
            </a:r>
            <a:r>
              <a:rPr lang="en-IN" dirty="0"/>
              <a:t> App</a:t>
            </a:r>
            <a:br>
              <a:rPr lang="en-IN" dirty="0"/>
            </a:br>
            <a:r>
              <a:rPr lang="en-IN" dirty="0"/>
              <a:t> Using Gemini Flash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8BE956-8F3C-CBE7-77E3-0A519BBDB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700671"/>
            <a:ext cx="9810307" cy="3965942"/>
          </a:xfrm>
        </p:spPr>
        <p:txBody>
          <a:bodyPr>
            <a:normAutofit/>
          </a:bodyPr>
          <a:lstStyle/>
          <a:p>
            <a:r>
              <a:rPr lang="en-IN" dirty="0"/>
              <a:t>Your AI-Powered Personal Vehicle Expert</a:t>
            </a:r>
          </a:p>
          <a:p>
            <a:r>
              <a:rPr lang="en-IN" dirty="0"/>
              <a:t>Powered by : Gemini Flash</a:t>
            </a:r>
          </a:p>
          <a:p>
            <a:endParaRPr lang="en-IN" dirty="0"/>
          </a:p>
          <a:p>
            <a:r>
              <a:rPr lang="en-IN" dirty="0"/>
              <a:t>Presented by : </a:t>
            </a:r>
          </a:p>
          <a:p>
            <a:r>
              <a:rPr lang="en-IN" dirty="0"/>
              <a:t>1 . </a:t>
            </a:r>
            <a:r>
              <a:rPr lang="en-IN" dirty="0" err="1"/>
              <a:t>Orugu</a:t>
            </a:r>
            <a:r>
              <a:rPr lang="en-IN" dirty="0"/>
              <a:t> Lakshmi </a:t>
            </a:r>
            <a:r>
              <a:rPr lang="en-IN" dirty="0" err="1"/>
              <a:t>pavani</a:t>
            </a:r>
            <a:r>
              <a:rPr lang="en-IN" dirty="0"/>
              <a:t> – Team Leader</a:t>
            </a:r>
          </a:p>
          <a:p>
            <a:pPr marL="457200" indent="-457200">
              <a:buAutoNum type="arabicPeriod" startAt="2"/>
            </a:pPr>
            <a:r>
              <a:rPr lang="en-IN" dirty="0"/>
              <a:t>Komati Nandhini – Team member </a:t>
            </a:r>
          </a:p>
          <a:p>
            <a:pPr marL="457200" indent="-457200">
              <a:buAutoNum type="arabicPeriod" startAt="2"/>
            </a:pPr>
            <a:r>
              <a:rPr lang="en-IN" dirty="0" err="1"/>
              <a:t>Mullagiri</a:t>
            </a:r>
            <a:r>
              <a:rPr lang="en-IN" dirty="0"/>
              <a:t> </a:t>
            </a:r>
            <a:r>
              <a:rPr lang="en-IN" dirty="0" err="1"/>
              <a:t>Durgabhavani</a:t>
            </a:r>
            <a:r>
              <a:rPr lang="en-IN" dirty="0"/>
              <a:t> – Team member</a:t>
            </a:r>
          </a:p>
          <a:p>
            <a:pPr marL="457200" indent="-457200">
              <a:buAutoNum type="arabicPeriod" startAt="2"/>
            </a:pPr>
            <a:r>
              <a:rPr lang="en-IN" dirty="0" err="1"/>
              <a:t>Pulicharla</a:t>
            </a:r>
            <a:r>
              <a:rPr lang="en-IN"/>
              <a:t> Sravani – </a:t>
            </a:r>
            <a:r>
              <a:rPr lang="en-IN" dirty="0"/>
              <a:t>Team member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A64DD9-6256-CB72-9C53-AA71FA340F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239"/>
          <a:stretch>
            <a:fillRect/>
          </a:stretch>
        </p:blipFill>
        <p:spPr>
          <a:xfrm>
            <a:off x="8541099" y="2700671"/>
            <a:ext cx="3506874" cy="3288148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954989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D754C-AF3B-99B2-6229-CE39413CB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238" y="301451"/>
            <a:ext cx="7625024" cy="1233436"/>
          </a:xfrm>
        </p:spPr>
        <p:txBody>
          <a:bodyPr/>
          <a:lstStyle/>
          <a:p>
            <a:r>
              <a:rPr lang="en-IN" b="1" dirty="0"/>
              <a:t> Introduction to </a:t>
            </a:r>
            <a:r>
              <a:rPr lang="en-IN" b="1" dirty="0" err="1"/>
              <a:t>AutoSage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ED5F0-FD1A-52C4-265B-8F71142FA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38" y="1963447"/>
            <a:ext cx="10820400" cy="4024125"/>
          </a:xfrm>
        </p:spPr>
        <p:txBody>
          <a:bodyPr/>
          <a:lstStyle/>
          <a:p>
            <a:r>
              <a:rPr lang="en-IN" b="1" dirty="0"/>
              <a:t>What is </a:t>
            </a:r>
            <a:r>
              <a:rPr lang="en-IN" b="1" dirty="0" err="1"/>
              <a:t>AutoSage</a:t>
            </a:r>
            <a:r>
              <a:rPr lang="en-IN" b="1" dirty="0"/>
              <a:t>?</a:t>
            </a:r>
            <a:r>
              <a:rPr lang="en-IN" dirty="0"/>
              <a:t> </a:t>
            </a:r>
          </a:p>
          <a:p>
            <a:r>
              <a:rPr lang="en-US" dirty="0"/>
              <a:t>An intelligent mobile application designed to assist vehicle buyers and owners through every stage of vehicle ownership.</a:t>
            </a:r>
          </a:p>
          <a:p>
            <a:r>
              <a:rPr lang="en-IN" b="1" dirty="0"/>
              <a:t>Core Purpose:</a:t>
            </a:r>
            <a:r>
              <a:rPr lang="en-US" dirty="0"/>
              <a:t>To make automotive information accessible, personalized, and instant.</a:t>
            </a:r>
          </a:p>
          <a:p>
            <a:r>
              <a:rPr lang="en-IN" b="1" dirty="0"/>
              <a:t>The Technology:</a:t>
            </a:r>
            <a:r>
              <a:rPr lang="en-US" dirty="0"/>
              <a:t> Built using Google's Gemini Flash for low-latency, real-time AI responses.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5503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F7C503C-71A4-DFA2-8301-143FE4666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9583" y="1004836"/>
            <a:ext cx="6479512" cy="150724"/>
          </a:xfrm>
        </p:spPr>
        <p:txBody>
          <a:bodyPr>
            <a:noAutofit/>
          </a:bodyPr>
          <a:lstStyle/>
          <a:p>
            <a:r>
              <a:rPr lang="en-IN" sz="3600" b="1" dirty="0"/>
              <a:t>The Problem &amp; Solution</a:t>
            </a:r>
            <a:br>
              <a:rPr lang="en-IN" sz="3600" dirty="0"/>
            </a:br>
            <a:endParaRPr lang="en-IN" sz="36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3CB253C-7048-9C6A-9AC0-095E415CB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223" y="1577591"/>
            <a:ext cx="7725507" cy="6400800"/>
          </a:xfrm>
        </p:spPr>
        <p:txBody>
          <a:bodyPr/>
          <a:lstStyle/>
          <a:p>
            <a:r>
              <a:rPr lang="en-US" b="1" dirty="0"/>
              <a:t>Problem:</a:t>
            </a:r>
          </a:p>
          <a:p>
            <a:pPr marL="0" indent="0">
              <a:buNone/>
            </a:pPr>
            <a:r>
              <a:rPr lang="en-US" dirty="0"/>
              <a:t> Vehicle buying is stressful, and maintenance is often overwhelming. Information is fragmented.</a:t>
            </a:r>
          </a:p>
          <a:p>
            <a:endParaRPr lang="en-US" b="1" dirty="0"/>
          </a:p>
          <a:p>
            <a:r>
              <a:rPr lang="en-US" b="1" dirty="0"/>
              <a:t>Solution:</a:t>
            </a:r>
            <a:endParaRPr lang="en-US" dirty="0"/>
          </a:p>
          <a:p>
            <a:pPr lvl="1"/>
            <a:endParaRPr lang="en-US" b="1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dirty="0"/>
              <a:t>Real-time Specifications:</a:t>
            </a:r>
          </a:p>
          <a:p>
            <a:pPr marL="457200" lvl="1" indent="0">
              <a:buNone/>
            </a:pPr>
            <a:r>
              <a:rPr lang="en-US" dirty="0"/>
              <a:t> Instant, accurate data on any car model.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dirty="0"/>
              <a:t>Personalized Advice:</a:t>
            </a:r>
          </a:p>
          <a:p>
            <a:pPr marL="457200" lvl="1" indent="0">
              <a:buNone/>
            </a:pPr>
            <a:r>
              <a:rPr lang="en-US" dirty="0"/>
              <a:t>Tailored recommendations for buyers.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dirty="0"/>
              <a:t>Proactive Maintenance:</a:t>
            </a:r>
          </a:p>
          <a:p>
            <a:pPr marL="457200" lvl="1" indent="0">
              <a:buNone/>
            </a:pPr>
            <a:r>
              <a:rPr lang="en-US" dirty="0"/>
              <a:t> Smart tips for vehicle owners.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8D71B-265F-800C-3F21-26640271F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9502" y="1577591"/>
            <a:ext cx="3858567" cy="3526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037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398BB-9D66-EE2E-F62E-FBE18F7B5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064" y="764373"/>
            <a:ext cx="10820400" cy="1293028"/>
          </a:xfrm>
        </p:spPr>
        <p:txBody>
          <a:bodyPr/>
          <a:lstStyle/>
          <a:p>
            <a:pPr algn="l"/>
            <a:r>
              <a:rPr lang="en-US" b="1" dirty="0"/>
              <a:t>Key Features</a:t>
            </a:r>
            <a:br>
              <a:rPr lang="en-US" b="1" dirty="0"/>
            </a:br>
            <a:r>
              <a:rPr lang="en-US" b="1" dirty="0"/>
              <a:t> (Powered by Gemini Flash)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F49BF-6FB7-2FD9-616B-805386E94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158" y="2481943"/>
            <a:ext cx="10349802" cy="6521380"/>
          </a:xfrm>
        </p:spPr>
        <p:txBody>
          <a:bodyPr/>
          <a:lstStyle/>
          <a:p>
            <a:r>
              <a:rPr lang="en-US" b="1" dirty="0"/>
              <a:t>AI Vehicle Assistant:</a:t>
            </a:r>
            <a:r>
              <a:rPr lang="en-US" dirty="0"/>
              <a:t> Chat with </a:t>
            </a:r>
            <a:r>
              <a:rPr lang="en-US" dirty="0" err="1"/>
              <a:t>AutoSage</a:t>
            </a:r>
            <a:r>
              <a:rPr lang="en-US" dirty="0"/>
              <a:t> to get instant answers about car features, comparisons, and pricing.</a:t>
            </a:r>
          </a:p>
          <a:p>
            <a:r>
              <a:rPr lang="en-US" b="1" dirty="0"/>
              <a:t>Image Analysis:</a:t>
            </a:r>
            <a:r>
              <a:rPr lang="en-US" dirty="0"/>
              <a:t> Users can take a photo of a car part or dashboard warning light, and Gemini Flash will identify it and provide solutions.</a:t>
            </a:r>
          </a:p>
          <a:p>
            <a:r>
              <a:rPr lang="en-US" b="1" dirty="0"/>
              <a:t>Eco-Friendly Recommendations:</a:t>
            </a:r>
            <a:r>
              <a:rPr lang="en-US" dirty="0"/>
              <a:t> Specialized search options for electric and hybrid vehicles.</a:t>
            </a:r>
          </a:p>
          <a:p>
            <a:r>
              <a:rPr lang="en-US" b="1" dirty="0"/>
              <a:t>Maintenance Scheduler:</a:t>
            </a:r>
            <a:r>
              <a:rPr lang="en-US" dirty="0"/>
              <a:t> Personalized advice based on vehicle usage patterns.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894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6A7D8-DD9F-CB31-D509-62F343D24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96" y="371789"/>
            <a:ext cx="11174604" cy="1095270"/>
          </a:xfrm>
        </p:spPr>
        <p:txBody>
          <a:bodyPr/>
          <a:lstStyle/>
          <a:p>
            <a:pPr algn="l"/>
            <a:r>
              <a:rPr lang="en-IN" b="1" dirty="0"/>
              <a:t> Why Gemini Flash?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E12C6-27B7-6926-6E12-289ADB86A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597" y="1567543"/>
            <a:ext cx="7033846" cy="4582047"/>
          </a:xfrm>
        </p:spPr>
        <p:txBody>
          <a:bodyPr/>
          <a:lstStyle/>
          <a:p>
            <a:r>
              <a:rPr lang="en-IN" b="1" dirty="0"/>
              <a:t>Blazing-Fast Speed:</a:t>
            </a:r>
            <a:r>
              <a:rPr lang="en-IN" dirty="0"/>
              <a:t> Optimized for low latency, providing immediate responses to user queries.</a:t>
            </a:r>
          </a:p>
          <a:p>
            <a:endParaRPr lang="en-IN" b="1" dirty="0"/>
          </a:p>
          <a:p>
            <a:r>
              <a:rPr lang="en-IN" b="1" dirty="0"/>
              <a:t>Multimodal Capabilities:</a:t>
            </a:r>
            <a:r>
              <a:rPr lang="en-IN" dirty="0"/>
              <a:t> Processes text, images, and audio seamlessly for interactive diagnostics.</a:t>
            </a:r>
          </a:p>
          <a:p>
            <a:endParaRPr lang="en-IN" b="1" dirty="0"/>
          </a:p>
          <a:p>
            <a:r>
              <a:rPr lang="en-IN" b="1" dirty="0"/>
              <a:t>Cost-Efficient &amp; Scalable:</a:t>
            </a:r>
            <a:r>
              <a:rPr lang="en-IN" dirty="0"/>
              <a:t> Ideal for building, testing, and deploying real-time applications efficiently.</a:t>
            </a:r>
          </a:p>
          <a:p>
            <a:endParaRPr lang="en-IN" b="1" dirty="0"/>
          </a:p>
          <a:p>
            <a:r>
              <a:rPr lang="en-IN" b="1" dirty="0"/>
              <a:t>Context-Aware:</a:t>
            </a:r>
            <a:r>
              <a:rPr lang="en-IN" dirty="0"/>
              <a:t> Understands complex vehicle scenarios.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C2F9E9-72EC-9A91-3884-01A62B31E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5442" y="2110154"/>
            <a:ext cx="4300693" cy="295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594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BB070-9AB6-7CA8-2A97-9B434479F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79" y="351692"/>
            <a:ext cx="11074121" cy="1266093"/>
          </a:xfrm>
        </p:spPr>
        <p:txBody>
          <a:bodyPr/>
          <a:lstStyle/>
          <a:p>
            <a:pPr algn="l"/>
            <a:r>
              <a:rPr lang="en-IN" b="1" dirty="0"/>
              <a:t>Target Audience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29636-D180-80C3-9302-26CB168B9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79" y="1852916"/>
            <a:ext cx="9204290" cy="4024125"/>
          </a:xfrm>
        </p:spPr>
        <p:txBody>
          <a:bodyPr/>
          <a:lstStyle/>
          <a:p>
            <a:r>
              <a:rPr lang="en-IN" b="1" dirty="0"/>
              <a:t>First-Time Car Buyers:</a:t>
            </a:r>
            <a:r>
              <a:rPr lang="en-IN" dirty="0"/>
              <a:t> Need guidance on budget and reliability.</a:t>
            </a:r>
          </a:p>
          <a:p>
            <a:endParaRPr lang="en-IN" b="1" dirty="0"/>
          </a:p>
          <a:p>
            <a:r>
              <a:rPr lang="en-IN" b="1" dirty="0"/>
              <a:t>Eco-Conscious Consumers:</a:t>
            </a:r>
            <a:r>
              <a:rPr lang="en-IN" dirty="0"/>
              <a:t> Searching for sustainable, hybrid, or EV options.</a:t>
            </a:r>
          </a:p>
          <a:p>
            <a:endParaRPr lang="en-IN" b="1" dirty="0"/>
          </a:p>
          <a:p>
            <a:r>
              <a:rPr lang="en-IN" b="1" dirty="0"/>
              <a:t>Vehicle Owners:</a:t>
            </a:r>
            <a:r>
              <a:rPr lang="en-IN" dirty="0"/>
              <a:t> Looking for DIY maintenance tips and diagnostic help.</a:t>
            </a:r>
          </a:p>
          <a:p>
            <a:endParaRPr lang="en-IN" b="1" dirty="0"/>
          </a:p>
          <a:p>
            <a:r>
              <a:rPr lang="en-IN" b="1" dirty="0"/>
              <a:t>Tech-Savvy Enthusiasts:</a:t>
            </a:r>
            <a:r>
              <a:rPr lang="en-IN" dirty="0"/>
              <a:t> Want quick, AI-driven vehicle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0236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82A71-67DA-B93A-391E-786D0923F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741" y="331597"/>
            <a:ext cx="11144459" cy="1386672"/>
          </a:xfrm>
        </p:spPr>
        <p:txBody>
          <a:bodyPr/>
          <a:lstStyle/>
          <a:p>
            <a:pPr algn="l"/>
            <a:r>
              <a:rPr lang="en-IN" b="1" dirty="0"/>
              <a:t> Development Lifecycle</a:t>
            </a:r>
            <a:br>
              <a:rPr lang="en-IN" b="1" dirty="0"/>
            </a:br>
            <a:r>
              <a:rPr lang="en-IN" b="1" dirty="0"/>
              <a:t> (Hackathon Approach)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00F5D-18A7-0706-70CB-AD491D8DA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347290" cy="4024125"/>
          </a:xfrm>
        </p:spPr>
        <p:txBody>
          <a:bodyPr/>
          <a:lstStyle/>
          <a:p>
            <a:r>
              <a:rPr lang="en-IN" b="1" dirty="0"/>
              <a:t>Phase 1 (Brainstorming &amp; Analysis):</a:t>
            </a:r>
            <a:r>
              <a:rPr lang="en-IN" dirty="0"/>
              <a:t> Defining user requirements and AI prompt engineering.</a:t>
            </a:r>
          </a:p>
          <a:p>
            <a:endParaRPr lang="en-IN" b="1" dirty="0"/>
          </a:p>
          <a:p>
            <a:r>
              <a:rPr lang="en-IN" b="1" dirty="0"/>
              <a:t>Phase 2 (Project Design):</a:t>
            </a:r>
            <a:r>
              <a:rPr lang="en-IN" dirty="0"/>
              <a:t> UI/UX design focusing on intuitive interaction.</a:t>
            </a:r>
          </a:p>
          <a:p>
            <a:endParaRPr lang="en-IN" b="1" dirty="0"/>
          </a:p>
          <a:p>
            <a:r>
              <a:rPr lang="en-IN" b="1" dirty="0"/>
              <a:t>Phase 3 (Development):</a:t>
            </a:r>
            <a:r>
              <a:rPr lang="en-IN" dirty="0"/>
              <a:t> Integrating Gemini Flash API for real-time interaction.</a:t>
            </a:r>
          </a:p>
          <a:p>
            <a:endParaRPr lang="en-IN" b="1" dirty="0"/>
          </a:p>
          <a:p>
            <a:r>
              <a:rPr lang="en-IN" b="1" dirty="0"/>
              <a:t>Phase 4 (Testing &amp; Optimization):</a:t>
            </a:r>
            <a:r>
              <a:rPr lang="en-IN" dirty="0"/>
              <a:t> Testing for accuracy, speed, and reliability.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4738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D6BEE-59A5-3B73-ADDE-33A8CCEC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209" y="231112"/>
            <a:ext cx="11254991" cy="1396721"/>
          </a:xfrm>
        </p:spPr>
        <p:txBody>
          <a:bodyPr/>
          <a:lstStyle/>
          <a:p>
            <a:pPr algn="l"/>
            <a:r>
              <a:rPr lang="en-IN" b="1" dirty="0"/>
              <a:t>Future Roadmap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30821-4645-FD9E-74CE-AE6A65261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27834"/>
            <a:ext cx="9412793" cy="4590852"/>
          </a:xfrm>
        </p:spPr>
        <p:txBody>
          <a:bodyPr/>
          <a:lstStyle/>
          <a:p>
            <a:r>
              <a:rPr lang="en-US" b="1" dirty="0"/>
              <a:t>Integration with Live Market Data:                                               </a:t>
            </a:r>
          </a:p>
          <a:p>
            <a:pPr marL="0" indent="0">
              <a:buNone/>
            </a:pPr>
            <a:r>
              <a:rPr lang="en-US" dirty="0"/>
              <a:t> Real-time, location-based car listing comparisons.</a:t>
            </a:r>
          </a:p>
          <a:p>
            <a:endParaRPr lang="en-US" b="1" dirty="0"/>
          </a:p>
          <a:p>
            <a:r>
              <a:rPr lang="en-US" b="1" dirty="0"/>
              <a:t>Voice Control:</a:t>
            </a:r>
          </a:p>
          <a:p>
            <a:pPr marL="0" indent="0">
              <a:buNone/>
            </a:pPr>
            <a:r>
              <a:rPr lang="en-US" dirty="0"/>
              <a:t> "Hands-free" mode for in-car diagnostics.</a:t>
            </a:r>
          </a:p>
          <a:p>
            <a:endParaRPr lang="en-US" b="1" dirty="0"/>
          </a:p>
          <a:p>
            <a:r>
              <a:rPr lang="en-US" b="1" dirty="0"/>
              <a:t>Augmented Reality (AR):</a:t>
            </a:r>
          </a:p>
          <a:p>
            <a:pPr marL="0" indent="0">
              <a:buNone/>
            </a:pPr>
            <a:r>
              <a:rPr lang="en-US" dirty="0"/>
              <a:t> Visual overlays for engine repair instructions.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22919F-0CCF-157E-F3A8-56B74A719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7618" y="1457011"/>
            <a:ext cx="4123172" cy="395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388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BF62F-4B95-F001-DD67-AF23B4AE1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967" y="-170821"/>
            <a:ext cx="11305233" cy="1597688"/>
          </a:xfrm>
        </p:spPr>
        <p:txBody>
          <a:bodyPr/>
          <a:lstStyle/>
          <a:p>
            <a:pPr algn="l"/>
            <a:r>
              <a:rPr lang="en-IN" b="1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BBC5E-0578-5B4A-8620-1EC8ED30D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596" y="1426867"/>
            <a:ext cx="11174604" cy="4791819"/>
          </a:xfrm>
        </p:spPr>
        <p:txBody>
          <a:bodyPr/>
          <a:lstStyle/>
          <a:p>
            <a:r>
              <a:rPr lang="en-US" b="1" dirty="0"/>
              <a:t>Summary:</a:t>
            </a:r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dirty="0" err="1"/>
              <a:t>AutoSage</a:t>
            </a:r>
            <a:r>
              <a:rPr lang="en-US" dirty="0"/>
              <a:t> + Gemini Flash = The Future of Personal Vehicle Intelligence.</a:t>
            </a:r>
          </a:p>
          <a:p>
            <a:endParaRPr lang="en-US" b="1" dirty="0"/>
          </a:p>
          <a:p>
            <a:r>
              <a:rPr lang="en-US" b="1" dirty="0"/>
              <a:t>Value Proposition:</a:t>
            </a:r>
          </a:p>
          <a:p>
            <a:pPr marL="0" indent="0">
              <a:buNone/>
            </a:pPr>
            <a:r>
              <a:rPr lang="en-US" dirty="0"/>
              <a:t> Speed, Accuracy, Efficiency.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sz="4400" b="1" dirty="0"/>
          </a:p>
          <a:p>
            <a:pPr marL="0" indent="0" algn="ctr">
              <a:buNone/>
            </a:pPr>
            <a:r>
              <a:rPr lang="en-US" sz="4400" b="1" dirty="0"/>
              <a:t>Thank You</a:t>
            </a:r>
            <a:endParaRPr lang="en-IN" sz="4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7FEAF0-D865-7E6A-933C-69F1DE0648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028"/>
          <a:stretch>
            <a:fillRect/>
          </a:stretch>
        </p:blipFill>
        <p:spPr>
          <a:xfrm>
            <a:off x="4963886" y="2220686"/>
            <a:ext cx="7094136" cy="2914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705473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Override1.xml><?xml version="1.0" encoding="utf-8"?>
<a:themeOverride xmlns:a="http://schemas.openxmlformats.org/drawingml/2006/main">
  <a:clrScheme name="Vapor Trail">
    <a:dk1>
      <a:sysClr val="windowText" lastClr="000000"/>
    </a:dk1>
    <a:lt1>
      <a:sysClr val="window" lastClr="FFFFFF"/>
    </a:lt1>
    <a:dk2>
      <a:srgbClr val="454545"/>
    </a:dk2>
    <a:lt2>
      <a:srgbClr val="DADADA"/>
    </a:lt2>
    <a:accent1>
      <a:srgbClr val="DF2E28"/>
    </a:accent1>
    <a:accent2>
      <a:srgbClr val="FE801A"/>
    </a:accent2>
    <a:accent3>
      <a:srgbClr val="E9BF35"/>
    </a:accent3>
    <a:accent4>
      <a:srgbClr val="81BB42"/>
    </a:accent4>
    <a:accent5>
      <a:srgbClr val="32C7A9"/>
    </a:accent5>
    <a:accent6>
      <a:srgbClr val="4A9BDC"/>
    </a:accent6>
    <a:hlink>
      <a:srgbClr val="F0532B"/>
    </a:hlink>
    <a:folHlink>
      <a:srgbClr val="F38B53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Words>477</Words>
  <Application>Microsoft Office PowerPoint</Application>
  <PresentationFormat>Widescreen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</vt:lpstr>
      <vt:lpstr>Vapor Trail</vt:lpstr>
      <vt:lpstr>AutoSage App  Using Gemini Flash</vt:lpstr>
      <vt:lpstr> Introduction to AutoSage</vt:lpstr>
      <vt:lpstr>The Problem &amp; Solution </vt:lpstr>
      <vt:lpstr>Key Features  (Powered by Gemini Flash)</vt:lpstr>
      <vt:lpstr> Why Gemini Flash?</vt:lpstr>
      <vt:lpstr>Target Audience</vt:lpstr>
      <vt:lpstr> Development Lifecycle  (Hackathon Approach)</vt:lpstr>
      <vt:lpstr>Future Roadmap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bhavanimullagiri@gmail.com</dc:creator>
  <cp:lastModifiedBy>bhavanimullagiri@gmail.com</cp:lastModifiedBy>
  <cp:revision>1</cp:revision>
  <dcterms:created xsi:type="dcterms:W3CDTF">2026-02-05T15:19:04Z</dcterms:created>
  <dcterms:modified xsi:type="dcterms:W3CDTF">2026-02-05T16:24:09Z</dcterms:modified>
</cp:coreProperties>
</file>